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TC Bauhaus Bold" panose="020B0604020202020204" charset="0"/>
      <p:regular r:id="rId11"/>
    </p:embeddedFont>
    <p:embeddedFont>
      <p:font typeface="Sarabun Semi-Bold" panose="020B0604020202020204" charset="-3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78463" y="3654965"/>
            <a:ext cx="12731074" cy="259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11063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SummAI - Business Summarization</a:t>
            </a:r>
          </a:p>
        </p:txBody>
      </p:sp>
      <p:grpSp>
        <p:nvGrpSpPr>
          <p:cNvPr id="6" name="Group 6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717661" y="2584413"/>
            <a:ext cx="8845434" cy="91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b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Sanjana (AP23110010617)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17661" y="3426286"/>
            <a:ext cx="7918377" cy="91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b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Mounika (AP23110011431)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17661" y="4289008"/>
            <a:ext cx="7003977" cy="91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b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Nisha (AP23110011512)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17661" y="5135607"/>
            <a:ext cx="8139094" cy="1932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b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Sai sree (AP23110011630</a:t>
            </a:r>
          </a:p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b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Manogna (AP23110011635)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17661" y="1237669"/>
            <a:ext cx="8297704" cy="94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1"/>
              </a:lnSpc>
            </a:pPr>
            <a:r>
              <a:rPr lang="en-US" sz="7001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MEMBERS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371228" y="-5115108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195359" y="3193450"/>
            <a:ext cx="12088554" cy="58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Business documents often contain large volumes of text that require significant time to read and understand.</a:t>
            </a:r>
          </a:p>
          <a:p>
            <a:pPr>
              <a:lnSpc>
                <a:spcPts val="4199"/>
              </a:lnSpc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</a:t>
            </a:r>
          </a:p>
          <a:p>
            <a:pPr marL="457200" indent="-457200" algn="just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Many users struggle to extract key ideas quickly. </a:t>
            </a:r>
          </a:p>
          <a:p>
            <a:pPr algn="just">
              <a:lnSpc>
                <a:spcPts val="4199"/>
              </a:lnSpc>
            </a:pPr>
            <a:endParaRPr lang="en-US" sz="2999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objective of this project is to create a tool that condenses lengthy business content into shorter summaries. </a:t>
            </a:r>
          </a:p>
          <a:p>
            <a:pPr>
              <a:lnSpc>
                <a:spcPts val="4199"/>
              </a:lnSpc>
            </a:pPr>
            <a:endParaRPr lang="en-US" sz="2999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199"/>
              </a:lnSpc>
              <a:buFont typeface="Wingdings" panose="05000000000000000000" pitchFamily="2" charset="2"/>
              <a:buChar char="§"/>
            </a:pPr>
            <a:r>
              <a:rPr lang="en-US" sz="2999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It aims to help users focus on essential information while reducing the time spent reading long documents.</a:t>
            </a:r>
          </a:p>
          <a:p>
            <a:pPr algn="just">
              <a:lnSpc>
                <a:spcPts val="4199"/>
              </a:lnSpc>
            </a:pPr>
            <a:endParaRPr lang="en-US" sz="2999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44741" y="1362288"/>
            <a:ext cx="12860104" cy="15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0"/>
              </a:lnSpc>
            </a:pPr>
            <a:r>
              <a:rPr lang="en-US" sz="6700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PROBLEM STATEMENT &amp; OBJECTIVES</a:t>
            </a:r>
          </a:p>
        </p:txBody>
      </p:sp>
      <p:grpSp>
        <p:nvGrpSpPr>
          <p:cNvPr id="7" name="Group 7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05844" y="2794000"/>
            <a:ext cx="12346412" cy="641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solution is a summarization system that processes user-entered text and produces a short version based on the user’s preferences.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workflow starts with text input, followed by cleaning and preparation. 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user can then select either the abstractive method, which rewrites content in a simpler form, or the extractive method, which picks important sentences directly from the text. </a:t>
            </a: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l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user can also customize how the summary should be. Once complete, the summary is displayed clearly on the interface.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35743" y="1152525"/>
            <a:ext cx="10356499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PROPOSED SOLUTION &amp; WORKFLOW</a:t>
            </a:r>
          </a:p>
        </p:txBody>
      </p:sp>
      <p:grpSp>
        <p:nvGrpSpPr>
          <p:cNvPr id="8" name="Group 8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18987" y="1678522"/>
            <a:ext cx="1114404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 DATASET &amp;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9246" y="3379333"/>
            <a:ext cx="11907432" cy="479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project does not depend on any external dataset; instead, it summarizes the content provided by the user. 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methodology includes breaking the text into sentences, preparing the content, and applying both rewriting-based and sentence-selection techniques.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Fallback methods ensure that a summary is always produced even when the input is minimal or complex.</a:t>
            </a:r>
          </a:p>
        </p:txBody>
      </p:sp>
      <p:grpSp>
        <p:nvGrpSpPr>
          <p:cNvPr id="8" name="Group 8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5743" y="1678522"/>
            <a:ext cx="9572159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 TECHNOLOGIES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74156" y="3136299"/>
            <a:ext cx="11879607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Flask for backend structure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HTML, CSS, Jinja templates for user interface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NLTK for text preprocessing and sentence tokenization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Transformers for rewriting-based summaries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Sumy (</a:t>
            </a:r>
            <a:r>
              <a:rPr lang="en-US" sz="3000" b="1" dirty="0" err="1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LexRank</a:t>
            </a: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) for sentence-selection summaries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Python for overall implementation</a:t>
            </a:r>
          </a:p>
          <a:p>
            <a:pPr marL="781051" lvl="1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Render for deployment using configuration file</a:t>
            </a: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29170" y="1257067"/>
            <a:ext cx="8509657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6999" b="1">
                <a:solidFill>
                  <a:srgbClr val="111213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RESULTS &amp; FINDINGS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16406" y="2728532"/>
            <a:ext cx="11593380" cy="58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system successfully produces two types of summaries. 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The abstractive method generates simpler, more readable sentences, while the extractive method selects the most important lines from the original text. 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Users also benefit from the customization options, which allow them to set how the summary should be.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111213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111213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The results show consistent performance across different kinds of business text, making the tool practical and reliable.</a:t>
            </a:r>
          </a:p>
        </p:txBody>
      </p:sp>
      <p:sp>
        <p:nvSpPr>
          <p:cNvPr id="18" name="Freeform 1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70450" y="2821869"/>
            <a:ext cx="12139687" cy="587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333652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In conclusion, the Business Text Summarizer provides a convenient way to reduce long business documents into meaningful and readable summaries.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333652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333652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Its dual summarization options and customization features make it useful for students, professionals, and anyone dealing with long reports.</a:t>
            </a:r>
          </a:p>
          <a:p>
            <a:pPr algn="just">
              <a:lnSpc>
                <a:spcPts val="4200"/>
              </a:lnSpc>
            </a:pPr>
            <a:endParaRPr lang="en-US" sz="3000" b="1" dirty="0">
              <a:solidFill>
                <a:srgbClr val="333652"/>
              </a:solidFill>
              <a:latin typeface="Sarabun Semi-Bold"/>
              <a:ea typeface="Sarabun Semi-Bold"/>
              <a:cs typeface="Sarabun Semi-Bold"/>
              <a:sym typeface="Sarabun Semi-Bold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rgbClr val="333652"/>
                </a:solidFill>
                <a:latin typeface="Sarabun Semi-Bold"/>
                <a:ea typeface="Sarabun Semi-Bold"/>
                <a:cs typeface="Sarabun Semi-Bold"/>
                <a:sym typeface="Sarabun Semi-Bold"/>
              </a:rPr>
              <a:t> For the future, the system can be enhanced by adding support for document uploads, multi-language summaries, keyword extraction, advanced formatting, and a more interactive user interface.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7330" y="1247194"/>
            <a:ext cx="13551643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6999" b="1">
                <a:solidFill>
                  <a:srgbClr val="333652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CONCLUSION &amp; FUTURE SCOPE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7522"/>
            <a:ext cx="3953882" cy="3910749"/>
          </a:xfrm>
          <a:custGeom>
            <a:avLst/>
            <a:gdLst/>
            <a:ahLst/>
            <a:cxnLst/>
            <a:rect l="l" t="t" r="r" b="b"/>
            <a:pathLst>
              <a:path w="3953882" h="3910749">
                <a:moveTo>
                  <a:pt x="3953882" y="0"/>
                </a:moveTo>
                <a:lnTo>
                  <a:pt x="0" y="0"/>
                </a:lnTo>
                <a:lnTo>
                  <a:pt x="0" y="3910749"/>
                </a:lnTo>
                <a:lnTo>
                  <a:pt x="3953882" y="3910749"/>
                </a:lnTo>
                <a:lnTo>
                  <a:pt x="39538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V="1">
            <a:off x="1028700" y="8570905"/>
            <a:ext cx="2886010" cy="1374790"/>
          </a:xfrm>
          <a:custGeom>
            <a:avLst/>
            <a:gdLst/>
            <a:ahLst/>
            <a:cxnLst/>
            <a:rect l="l" t="t" r="r" b="b"/>
            <a:pathLst>
              <a:path w="2886010" h="1374790">
                <a:moveTo>
                  <a:pt x="0" y="1374790"/>
                </a:moveTo>
                <a:lnTo>
                  <a:pt x="2886010" y="1374790"/>
                </a:lnTo>
                <a:lnTo>
                  <a:pt x="2886010" y="0"/>
                </a:lnTo>
                <a:lnTo>
                  <a:pt x="0" y="0"/>
                </a:lnTo>
                <a:lnTo>
                  <a:pt x="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93364" y="4625926"/>
            <a:ext cx="11101272" cy="173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6"/>
              </a:lnSpc>
            </a:pPr>
            <a:r>
              <a:rPr lang="en-US" sz="12945" b="1">
                <a:solidFill>
                  <a:srgbClr val="333652"/>
                </a:solidFill>
                <a:latin typeface="ITC Bauhaus Bold"/>
                <a:ea typeface="ITC Bauhaus Bold"/>
                <a:cs typeface="ITC Bauhaus Bold"/>
                <a:sym typeface="ITC Bauhaus Bol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rot="-10800000" flipH="1" flipV="1">
            <a:off x="14373290" y="341305"/>
            <a:ext cx="2886010" cy="1374790"/>
          </a:xfrm>
          <a:custGeom>
            <a:avLst/>
            <a:gdLst/>
            <a:ahLst/>
            <a:cxnLst/>
            <a:rect l="l" t="t" r="r" b="b"/>
            <a:pathLst>
              <a:path w="2886010" h="1374790">
                <a:moveTo>
                  <a:pt x="2886010" y="1374790"/>
                </a:moveTo>
                <a:lnTo>
                  <a:pt x="0" y="1374790"/>
                </a:lnTo>
                <a:lnTo>
                  <a:pt x="0" y="0"/>
                </a:lnTo>
                <a:lnTo>
                  <a:pt x="2886010" y="0"/>
                </a:lnTo>
                <a:lnTo>
                  <a:pt x="288601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4373290" y="6376251"/>
            <a:ext cx="3953882" cy="3910749"/>
          </a:xfrm>
          <a:custGeom>
            <a:avLst/>
            <a:gdLst/>
            <a:ahLst/>
            <a:cxnLst/>
            <a:rect l="l" t="t" r="r" b="b"/>
            <a:pathLst>
              <a:path w="3953882" h="3910749">
                <a:moveTo>
                  <a:pt x="0" y="3910749"/>
                </a:moveTo>
                <a:lnTo>
                  <a:pt x="3953881" y="3910749"/>
                </a:lnTo>
                <a:lnTo>
                  <a:pt x="3953881" y="0"/>
                </a:lnTo>
                <a:lnTo>
                  <a:pt x="0" y="0"/>
                </a:lnTo>
                <a:lnTo>
                  <a:pt x="0" y="39107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454</Words>
  <Application>Microsoft Office PowerPoint</Application>
  <PresentationFormat>Custom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ITC Bauhaus Bold</vt:lpstr>
      <vt:lpstr>Calibri</vt:lpstr>
      <vt:lpstr>Arial</vt:lpstr>
      <vt:lpstr>Wingdings</vt:lpstr>
      <vt:lpstr>Sarabun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Research Project Presentation</dc:title>
  <dc:creator>HP</dc:creator>
  <cp:lastModifiedBy>Mounika Pachhala</cp:lastModifiedBy>
  <cp:revision>2</cp:revision>
  <dcterms:created xsi:type="dcterms:W3CDTF">2006-08-16T00:00:00Z</dcterms:created>
  <dcterms:modified xsi:type="dcterms:W3CDTF">2025-12-10T05:46:41Z</dcterms:modified>
  <dc:identifier>DAG6L5IIgFo</dc:identifier>
</cp:coreProperties>
</file>